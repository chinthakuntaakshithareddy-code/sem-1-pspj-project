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Geist" panose="020B0604020202020204" charset="0"/>
      <p:regular r:id="rId10"/>
    </p:embeddedFont>
    <p:embeddedFont>
      <p:font typeface="Geist Bold" panose="020B0604020202020204" charset="0"/>
      <p:regular r:id="rId11"/>
    </p:embeddedFont>
    <p:embeddedFont>
      <p:font typeface="Geist Medium" panose="020B0604020202020204" charset="0"/>
      <p:regular r:id="rId12"/>
    </p:embeddedFont>
    <p:embeddedFont>
      <p:font typeface="Geist Mono" panose="020B0604020202020204" charset="0"/>
      <p:regular r:id="rId13"/>
    </p:embeddedFont>
    <p:embeddedFont>
      <p:font typeface="Geist Mono Medium" panose="020B0604020202020204" charset="0"/>
      <p:regular r:id="rId14"/>
    </p:embeddedFont>
    <p:embeddedFont>
      <p:font typeface="Geist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60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Today we present our first-semester B.Tech project: the Cinema Seat Booking System developed in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our system purpose: helping users select movies, choose show timings, and book seats accurately using standard Java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covers elementary Java programming foundations: variables, constants, operators, casting, Scanner console input, and formatted printing.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implements decision structures and iterative loops that govern seat validation, menu selection, and repetitive user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 highlights functions and linear arrays: modular decomposition through methods, array storage for the cinema floor, and algorithms for searching and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provides a clean, dedicated frame for the live demonstration and console output of the Cinema Seat Booking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 and attention. We welcome any questions regarding the design, logic, and implementation of our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7F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22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914400"/>
            <a:ext cx="660383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10" dirty="0">
                <a:solidFill>
                  <a:srgbClr val="A9C0B2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B.TECH FIRST-SEMESTER PROJECT · JAVA PROGRAMMING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1168995"/>
            <a:ext cx="6045049" cy="233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000" kern="0" spc="-180" dirty="0">
                <a:solidFill>
                  <a:srgbClr val="F3F6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CINEMA SEAT BOOKING SYSTEM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11182" y="3722787"/>
            <a:ext cx="1994842" cy="19050"/>
          </a:xfrm>
          <a:prstGeom prst="roundRect">
            <a:avLst>
              <a:gd name="adj" fmla="val 49999"/>
            </a:avLst>
          </a:prstGeom>
          <a:solidFill>
            <a:srgbClr val="2E5C4C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4014887"/>
            <a:ext cx="6045049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D9E4D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C. Akshitha Reddy – 2620030477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9E4D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C. Naga Vaishnavi – 2620030490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1182" y="5995095"/>
            <a:ext cx="660383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110" dirty="0">
                <a:solidFill>
                  <a:srgbClr val="D9E4DC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OBJECT-ORIENTED PROGRAMMING IN JAVA · 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660383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C0B2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965795"/>
            <a:ext cx="6095848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85" dirty="0">
                <a:solidFill>
                  <a:srgbClr val="F3F6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1182" y="1654373"/>
            <a:ext cx="2011610" cy="19050"/>
          </a:xfrm>
          <a:prstGeom prst="roundRect">
            <a:avLst>
              <a:gd name="adj" fmla="val 49999"/>
            </a:avLst>
          </a:prstGeom>
          <a:solidFill>
            <a:srgbClr val="2E5C4C"/>
          </a:solidFill>
          <a:ln/>
        </p:spPr>
      </p:sp>
      <p:sp>
        <p:nvSpPr>
          <p:cNvPr id="5" name="Text 3"/>
          <p:cNvSpPr/>
          <p:nvPr/>
        </p:nvSpPr>
        <p:spPr>
          <a:xfrm>
            <a:off x="977876" y="2022673"/>
            <a:ext cx="5829154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“Our project is a Cinema Seat Booking System developed using Java. It is used in movie theatres and online ticket booking systems to help users reserve seats easily. It allows users to choose a movie, select a show timing, and book available seats. This makes the booking process faster, more accurate, and user-friendly.”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1182" y="1946473"/>
            <a:ext cx="19050" cy="2030611"/>
          </a:xfrm>
          <a:prstGeom prst="roundRect">
            <a:avLst>
              <a:gd name="adj" fmla="val 49999"/>
            </a:avLst>
          </a:prstGeom>
          <a:solidFill>
            <a:srgbClr val="C9E265"/>
          </a:solidFill>
          <a:ln/>
        </p:spPr>
      </p:sp>
      <p:sp>
        <p:nvSpPr>
          <p:cNvPr id="7" name="Text 5"/>
          <p:cNvSpPr/>
          <p:nvPr/>
        </p:nvSpPr>
        <p:spPr>
          <a:xfrm>
            <a:off x="711182" y="6068417"/>
            <a:ext cx="660383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84" dirty="0">
                <a:solidFill>
                  <a:srgbClr val="A9C0B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PROJECT SCOPE · JAVA CONSOLE ARCHITECTURE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585" y="6456561"/>
            <a:ext cx="79095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84" dirty="0">
                <a:solidFill>
                  <a:srgbClr val="A9C0B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751821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0" spc="-100" dirty="0">
                <a:solidFill>
                  <a:srgbClr val="F3F6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Module 1: Concepts Used in Our Project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852811"/>
            <a:ext cx="2480903" cy="19050"/>
          </a:xfrm>
          <a:prstGeom prst="roundRect">
            <a:avLst>
              <a:gd name="adj" fmla="val 49999"/>
            </a:avLst>
          </a:prstGeom>
          <a:solidFill>
            <a:srgbClr val="2E5C4C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068711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2246511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Variables &amp; Data Types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7380" y="2617291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Store movie names, seat numbers, timings, and booking details.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44889" y="2068711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8" name="Text 6"/>
          <p:cNvSpPr/>
          <p:nvPr/>
        </p:nvSpPr>
        <p:spPr>
          <a:xfrm>
            <a:off x="4622684" y="2246511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Constants &amp; Literals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2684" y="2617291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Represent fixed values such as seat limits and show timings.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462933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11" name="Text 9"/>
          <p:cNvSpPr/>
          <p:nvPr/>
        </p:nvSpPr>
        <p:spPr>
          <a:xfrm>
            <a:off x="787380" y="3640733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7380" y="4011513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Perform calculations and comparisons related to booking.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44889" y="3462933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14" name="Text 12"/>
          <p:cNvSpPr/>
          <p:nvPr/>
        </p:nvSpPr>
        <p:spPr>
          <a:xfrm>
            <a:off x="4622684" y="3640733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Type Casting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22684" y="4011513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 input values when required for calculations.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585" y="4857155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17" name="Text 15"/>
          <p:cNvSpPr/>
          <p:nvPr/>
        </p:nvSpPr>
        <p:spPr>
          <a:xfrm>
            <a:off x="787380" y="5034955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Scanner / Console Input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7380" y="5405735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Take the user's movie, timing, and seat choices.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44889" y="4857155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20" name="Text 18"/>
          <p:cNvSpPr/>
          <p:nvPr/>
        </p:nvSpPr>
        <p:spPr>
          <a:xfrm>
            <a:off x="4622684" y="5034955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Formatted Printing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22684" y="5405735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 movie details, seat information, and booking confirmation clearly.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9585" y="6456561"/>
            <a:ext cx="79095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84" dirty="0">
                <a:solidFill>
                  <a:srgbClr val="A9C0B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792460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C0B2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CONTROL FLOW &amp; LOGIC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11795"/>
            <a:ext cx="7518212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85" dirty="0">
                <a:solidFill>
                  <a:srgbClr val="F3F6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Module 2: Concepts Used in Our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866702"/>
            <a:ext cx="2480903" cy="19050"/>
          </a:xfrm>
          <a:prstGeom prst="roundRect">
            <a:avLst>
              <a:gd name="adj" fmla="val 49999"/>
            </a:avLst>
          </a:prstGeom>
          <a:solidFill>
            <a:srgbClr val="2E5C4C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57202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235002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if-else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7380" y="2605782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 whether the selected seat is available or already booked.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4889" y="2057202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9" name="Text 7"/>
          <p:cNvSpPr/>
          <p:nvPr/>
        </p:nvSpPr>
        <p:spPr>
          <a:xfrm>
            <a:off x="4622684" y="2235002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if-else-if ladder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22684" y="2605782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Handle different movie, timing, or booking choices.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52524" y="3635920"/>
            <a:ext cx="3682908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15" name="Text 13"/>
          <p:cNvSpPr/>
          <p:nvPr/>
        </p:nvSpPr>
        <p:spPr>
          <a:xfrm>
            <a:off x="2781230" y="3756323"/>
            <a:ext cx="332731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while Loop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81230" y="4104530"/>
            <a:ext cx="332731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Continue the booking process until the user finishes.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9585" y="6456561"/>
            <a:ext cx="79095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84" dirty="0">
                <a:solidFill>
                  <a:srgbClr val="A9C0B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1000"/>
            <a:ext cx="914377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C0B2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MODULARITY &amp; DATA STRUCTURES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35595"/>
            <a:ext cx="8737381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0" spc="-85" dirty="0">
                <a:solidFill>
                  <a:srgbClr val="F3F6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Module 3: Concepts Used in Our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324173"/>
            <a:ext cx="2883324" cy="19050"/>
          </a:xfrm>
          <a:prstGeom prst="roundRect">
            <a:avLst>
              <a:gd name="adj" fmla="val 49999"/>
            </a:avLst>
          </a:prstGeom>
          <a:solidFill>
            <a:srgbClr val="2E5C4C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6" y="1535312"/>
            <a:ext cx="8737382" cy="1241921"/>
          </a:xfrm>
          <a:prstGeom prst="roundRect">
            <a:avLst>
              <a:gd name="adj" fmla="val 920"/>
            </a:avLst>
          </a:prstGeom>
          <a:solidFill>
            <a:srgbClr val="2B5146"/>
          </a:solidFill>
          <a:ln/>
        </p:spPr>
      </p:sp>
      <p:sp>
        <p:nvSpPr>
          <p:cNvPr id="9" name="Text 7"/>
          <p:cNvSpPr/>
          <p:nvPr/>
        </p:nvSpPr>
        <p:spPr>
          <a:xfrm>
            <a:off x="876277" y="1706512"/>
            <a:ext cx="393690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Arrays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578" y="2164745"/>
            <a:ext cx="411469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Store and manage seat information.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6" y="3406666"/>
            <a:ext cx="8737380" cy="984151"/>
          </a:xfrm>
          <a:prstGeom prst="roundRect">
            <a:avLst>
              <a:gd name="adj" fmla="val 1161"/>
            </a:avLst>
          </a:prstGeom>
          <a:solidFill>
            <a:srgbClr val="2B514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736582" y="3575695"/>
            <a:ext cx="393690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Searching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582" y="3880013"/>
            <a:ext cx="411469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 the selected seat or check its availability.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7683" y="4781251"/>
            <a:ext cx="8699283" cy="984151"/>
          </a:xfrm>
          <a:prstGeom prst="roundRect">
            <a:avLst>
              <a:gd name="adj" fmla="val 1161"/>
            </a:avLst>
          </a:prstGeom>
          <a:solidFill>
            <a:srgbClr val="2B5146"/>
          </a:solidFill>
          <a:ln/>
        </p:spPr>
      </p:sp>
      <p:sp>
        <p:nvSpPr>
          <p:cNvPr id="15" name="Text 13"/>
          <p:cNvSpPr/>
          <p:nvPr/>
        </p:nvSpPr>
        <p:spPr>
          <a:xfrm>
            <a:off x="863577" y="4937613"/>
            <a:ext cx="393690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6EE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Counting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577" y="5327768"/>
            <a:ext cx="411469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D9E4D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track of the number of booked seats.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356" y="0"/>
            <a:ext cx="2438339" cy="6858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9585" y="6456561"/>
            <a:ext cx="79095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84" dirty="0">
                <a:solidFill>
                  <a:srgbClr val="A9C0B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09600"/>
            <a:ext cx="771118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C0B2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PROJECT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0383" y="864195"/>
            <a:ext cx="7253999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kern="0" spc="-132" dirty="0">
                <a:solidFill>
                  <a:srgbClr val="F3F6EE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Output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60383" y="1656358"/>
            <a:ext cx="2393791" cy="19050"/>
          </a:xfrm>
          <a:prstGeom prst="roundRect">
            <a:avLst>
              <a:gd name="adj" fmla="val 49999"/>
            </a:avLst>
          </a:prstGeom>
          <a:solidFill>
            <a:srgbClr val="2E5C4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2253258"/>
            <a:ext cx="7253999" cy="366692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571" y="0"/>
            <a:ext cx="3820124" cy="6870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00743" y="6456561"/>
            <a:ext cx="79095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0" spc="84" dirty="0">
                <a:solidFill>
                  <a:srgbClr val="A9C0B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914400"/>
            <a:ext cx="660383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110" dirty="0">
                <a:solidFill>
                  <a:srgbClr val="A9C0B2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PROJECT PRESENTATION CONCLUDED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1182" y="1168995"/>
            <a:ext cx="6045049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000" kern="0" spc="-180" dirty="0">
                <a:solidFill>
                  <a:srgbClr val="C9E265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11182" y="2168426"/>
            <a:ext cx="1994842" cy="19050"/>
          </a:xfrm>
          <a:prstGeom prst="roundRect">
            <a:avLst>
              <a:gd name="adj" fmla="val 49999"/>
            </a:avLst>
          </a:prstGeom>
          <a:solidFill>
            <a:srgbClr val="2E5C4C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2485926"/>
            <a:ext cx="660383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0" spc="88" dirty="0">
                <a:solidFill>
                  <a:srgbClr val="A9C0B2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1182" y="2826246"/>
            <a:ext cx="6045049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D9E4D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C. Akshitha Reddy – 2620030477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D9E4D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C. Naga Vaishnavi – 2620030490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182" y="5995095"/>
            <a:ext cx="660383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110" dirty="0">
                <a:solidFill>
                  <a:srgbClr val="D9E4DC"/>
                </a:solidFill>
                <a:latin typeface="Geist Mono Medium" pitchFamily="34" charset="0"/>
                <a:ea typeface="Geist Mono Medium" pitchFamily="34" charset="-122"/>
                <a:cs typeface="Geist Mono Medium" pitchFamily="34" charset="-120"/>
              </a:rPr>
              <a:t>CINEMA SEAT BOOKING SYSTEM · JAVA CONSOLE APPLICATION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480</Words>
  <Application>Microsoft Office PowerPoint</Application>
  <PresentationFormat>Widescreen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Geist</vt:lpstr>
      <vt:lpstr>Geist Bold</vt:lpstr>
      <vt:lpstr>Geist SemiBold</vt:lpstr>
      <vt:lpstr>Geist Medium</vt:lpstr>
      <vt:lpstr>Arial</vt:lpstr>
      <vt:lpstr>Geist Mono Medium</vt:lpstr>
      <vt:lpstr>Geist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AKSHITHA</dc:creator>
  <cp:lastModifiedBy>Akshitha Reddy</cp:lastModifiedBy>
  <cp:revision>3</cp:revision>
  <dcterms:created xsi:type="dcterms:W3CDTF">2026-09-29T03:44:11Z</dcterms:created>
  <dcterms:modified xsi:type="dcterms:W3CDTF">2026-09-29T05:22:08Z</dcterms:modified>
</cp:coreProperties>
</file>